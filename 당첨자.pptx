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notesMasterIdLst>
    <p:notesMasterId r:id="rId14"/>
  </p:notesMasterIdLst>
  <p:sldIdLst>
    <p:sldId id="256" r:id="rId15"/>
    <p:sldId id="257" r:id="rId16"/>
    <p:sldId id="258" r:id="rId17"/>
  </p:sldIdLst>
  <p:sldSz cx="12192000" cy="6858000"/>
  <p:notesSz cx="7099300" cy="102346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슬라이드를 이동하려면 클릭하십시오</a:t>
            </a:r>
            <a:r>
              <a:rPr b="0" lang="en-US" sz="44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메모 서식을 편집하려면 클릭하십시오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&lt;머리글&gt;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3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3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3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r">
              <a:buNone/>
            </a:pPr>
            <a:fld id="{D007C5C0-C6E9-4ECF-B3F7-DB9D2512BD3C}" type="slidenum"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&lt;숫자&gt;</a:t>
            </a:fld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479520" y="1279440"/>
            <a:ext cx="6139800" cy="3453840"/>
          </a:xfrm>
          <a:prstGeom prst="rect">
            <a:avLst/>
          </a:prstGeom>
          <a:ln w="0">
            <a:noFill/>
          </a:ln>
        </p:spPr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709920" y="4925520"/>
            <a:ext cx="5678640" cy="402912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680" bIns="4968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두번째 세션 경품 당첨자 안내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40"/>
          </p:nvPr>
        </p:nvSpPr>
        <p:spPr>
          <a:xfrm>
            <a:off x="4021200" y="9721080"/>
            <a:ext cx="3075480" cy="51264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680" bIns="4968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AE3AB5F-AF50-481F-AC07-F4F6FD52F3CD}" type="slidenum">
              <a:rPr b="0" lang="en-US" sz="1300" spc="-1" strike="noStrike">
                <a:solidFill>
                  <a:srgbClr val="000000"/>
                </a:solidFill>
                <a:latin typeface="Noto Serif CJK KR"/>
              </a:rPr>
              <a:t>&lt;숫자&gt;</a:t>
            </a:fld>
            <a:endParaRPr b="0" lang="en-US" sz="13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479520" y="1279440"/>
            <a:ext cx="6139800" cy="345384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09920" y="4925520"/>
            <a:ext cx="5678640" cy="402912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680" bIns="4968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41"/>
          </p:nvPr>
        </p:nvSpPr>
        <p:spPr>
          <a:xfrm>
            <a:off x="4021200" y="9721080"/>
            <a:ext cx="3075480" cy="51264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680" bIns="4968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147FA3-5FB2-4E2A-9107-8C5AD90DADBD}" type="slidenum">
              <a:rPr b="0" lang="en-US" sz="1300" spc="-1" strike="noStrike">
                <a:solidFill>
                  <a:srgbClr val="000000"/>
                </a:solidFill>
                <a:latin typeface="Noto Serif CJK KR"/>
              </a:rPr>
              <a:t>&lt;숫자&gt;</a:t>
            </a:fld>
            <a:endParaRPr b="0" lang="en-US" sz="13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2E258E0-D4F1-4BED-BF1A-2B4027CE6D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D55E2A8-3395-4AC3-8076-707E6BF245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14CFD24-2010-4DCA-B2B8-F3BE848FDA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4921650-281C-4380-946E-140158FD07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38A63E3-AE2B-44A7-82A3-E15D3663F9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B810BA7B-4FB9-4F45-821F-309250A375C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8455621E-C192-4351-A786-8FC530E2A3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19180587-B3E9-4F14-9F5F-792402A6B3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E3FA12D-F58B-4F26-8EFC-A526E22F92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716F5F41-C0BC-4E0A-BA1E-5595D1AE127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41F03900-598F-4FB5-879C-95F8FCEC15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제목 슬라이드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F4B1146E-A313-432A-A957-BC5691C39C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직사각형 6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제목 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텍스트의 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서식을 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편집하려면 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클릭하십시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오</a:t>
            </a:r>
            <a:r>
              <a:rPr b="0" lang="en-US" sz="18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1A11845-1A5A-4CF0-93B9-7596A9ACD395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CJK KR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 CJK KR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DA1A425-7B6B-48A6-A499-52470D437225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37D179E-5670-4A64-8CE1-20526CF117EF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개요 텍스트의 서식을 편집하려면 클릭하십시오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CJK KR"/>
              </a:rPr>
              <a:t>3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CJK KR"/>
              </a:rPr>
              <a:t>4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CJK KR"/>
              </a:rPr>
              <a:t>5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CJK KR"/>
              </a:rPr>
              <a:t>6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CJK KR"/>
              </a:rPr>
              <a:t>7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363CADB-1CC0-4301-87F4-E3930D1FB331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CAE74CD-50A2-486B-9C67-4CE513570A1C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개요 텍스트의 서식을 편집하려면 클릭하십시오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CJK KR"/>
              </a:rPr>
              <a:t>3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CJK KR"/>
              </a:rPr>
              <a:t>4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CJK KR"/>
              </a:rPr>
              <a:t>5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CJK KR"/>
              </a:rPr>
              <a:t>6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CJK KR"/>
              </a:rPr>
              <a:t>7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개요 텍스트의 서식을 편집하려면 클릭하십시오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CJK KR"/>
              </a:rPr>
              <a:t>3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CJK KR"/>
              </a:rPr>
              <a:t>4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CJK KR"/>
              </a:rPr>
              <a:t>5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CJK KR"/>
              </a:rPr>
              <a:t>6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CJK KR"/>
              </a:rPr>
              <a:t>7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9B9B26E-928B-43D9-9A5A-D1115F7CC5DA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E5FBF3D-068D-43D0-87D6-F154E9C4AD10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DDA0F2C-2291-4042-8500-8F5946D9FFCB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74AC182-7F50-4156-8CF0-913BEE8F6346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088308F-2D2B-4FC2-9668-93D6FDBB4A24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25D9FE4-442C-4595-9C4E-5C404854015F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6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6382460-3F7A-4299-B651-AC270046B7EA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CJK KR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 CJK KR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그림 1" descr=""/>
          <p:cNvPicPr/>
          <p:nvPr/>
        </p:nvPicPr>
        <p:blipFill>
          <a:blip r:embed="rId1"/>
          <a:stretch/>
        </p:blipFill>
        <p:spPr>
          <a:xfrm>
            <a:off x="5134680" y="317520"/>
            <a:ext cx="1922400" cy="237240"/>
          </a:xfrm>
          <a:prstGeom prst="rect">
            <a:avLst/>
          </a:prstGeom>
          <a:ln w="0">
            <a:noFill/>
          </a:ln>
        </p:spPr>
      </p:pic>
      <p:sp>
        <p:nvSpPr>
          <p:cNvPr id="65" name="TextBox 10"/>
          <p:cNvSpPr/>
          <p:nvPr/>
        </p:nvSpPr>
        <p:spPr>
          <a:xfrm>
            <a:off x="3906720" y="931680"/>
            <a:ext cx="4378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ko-KR" sz="3200" spc="-1" strike="noStrike">
                <a:solidFill>
                  <a:srgbClr val="191919"/>
                </a:solidFill>
                <a:latin typeface="Pretendard Black"/>
                <a:ea typeface="Pretendard Black"/>
              </a:rPr>
              <a:t>첫 번째 경품 당첨자 안내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6" name="TextBox 9"/>
          <p:cNvSpPr/>
          <p:nvPr/>
        </p:nvSpPr>
        <p:spPr>
          <a:xfrm>
            <a:off x="388080" y="250200"/>
            <a:ext cx="3162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600" spc="-100" strike="noStrike">
                <a:solidFill>
                  <a:srgbClr val="1068b2"/>
                </a:solidFill>
                <a:latin typeface="Pretendard ExtraBold"/>
                <a:ea typeface="Pretendard ExtraBold"/>
              </a:rPr>
              <a:t>제</a:t>
            </a:r>
            <a:r>
              <a:rPr b="0" lang="en-US" sz="1600" spc="-100" strike="noStrike">
                <a:solidFill>
                  <a:srgbClr val="1068b2"/>
                </a:solidFill>
                <a:latin typeface="Pretendard ExtraBold"/>
                <a:ea typeface="Pretendard ExtraBold"/>
              </a:rPr>
              <a:t>23</a:t>
            </a:r>
            <a:r>
              <a:rPr b="0" lang="ko-KR" sz="1600" spc="-100" strike="noStrike">
                <a:solidFill>
                  <a:srgbClr val="1068b2"/>
                </a:solidFill>
                <a:latin typeface="Pretendard ExtraBold"/>
                <a:ea typeface="Pretendard ExtraBold"/>
              </a:rPr>
              <a:t>차 경기도의사회 온라인 학술대회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7" name="TextBox 13"/>
          <p:cNvSpPr/>
          <p:nvPr/>
        </p:nvSpPr>
        <p:spPr>
          <a:xfrm>
            <a:off x="8755200" y="293760"/>
            <a:ext cx="2931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1400" spc="-100" strike="noStrike">
                <a:solidFill>
                  <a:srgbClr val="1068b2"/>
                </a:solidFill>
                <a:latin typeface="Pretendard"/>
                <a:ea typeface="Pretendard"/>
              </a:rPr>
              <a:t>2026.06.28(SUN) 09:00~ 16:10 On-Line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graphicFrame>
        <p:nvGraphicFramePr>
          <p:cNvPr id="68" name="표 12"/>
          <p:cNvGraphicFramePr/>
          <p:nvPr/>
        </p:nvGraphicFramePr>
        <p:xfrm>
          <a:off x="576360" y="2076480"/>
          <a:ext cx="11038320" cy="3941280"/>
        </p:xfrm>
        <a:graphic>
          <a:graphicData uri="http://schemas.openxmlformats.org/drawingml/2006/table">
            <a:tbl>
              <a:tblPr/>
              <a:tblGrid>
                <a:gridCol w="2852280"/>
                <a:gridCol w="8186400"/>
              </a:tblGrid>
              <a:tr h="985320">
                <a:tc>
                  <a:txBody>
                    <a:bodyPr anchor="ctr">
                      <a:noAutofit/>
                    </a:bodyPr>
                    <a:p>
                      <a:pPr marL="457200" defTabSz="914400">
                        <a:lnSpc>
                          <a:spcPct val="100000"/>
                        </a:lnSpc>
                      </a:pPr>
                      <a:r>
                        <a:rPr b="1" lang="ko-KR" sz="1600" spc="-1" strike="noStrike">
                          <a:solidFill>
                            <a:srgbClr val="191919"/>
                          </a:solidFill>
                          <a:latin typeface="Pretendard Black"/>
                          <a:ea typeface="Pretendard Black"/>
                        </a:rPr>
                        <a:t>골드바 </a:t>
                      </a:r>
                      <a:r>
                        <a:rPr b="1" lang="en-US" sz="1600" spc="-1" strike="noStrike">
                          <a:solidFill>
                            <a:srgbClr val="191919"/>
                          </a:solidFill>
                          <a:latin typeface="Pretendard Black"/>
                          <a:ea typeface="Pretendard Black"/>
                        </a:rPr>
                        <a:t>1</a:t>
                      </a:r>
                      <a:r>
                        <a:rPr b="1" lang="ko-KR" sz="1600" spc="-1" strike="noStrike">
                          <a:solidFill>
                            <a:srgbClr val="191919"/>
                          </a:solidFill>
                          <a:latin typeface="Pretendard Black"/>
                          <a:ea typeface="Pretendard Black"/>
                        </a:rPr>
                        <a:t>돈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dot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457200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dot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985320">
                <a:tc>
                  <a:txBody>
                    <a:bodyPr anchor="ctr">
                      <a:noAutofit/>
                    </a:bodyPr>
                    <a:p>
                      <a:pPr marL="457200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Black"/>
                          <a:ea typeface="Pretendard Black"/>
                        </a:rPr>
                        <a:t>로보락 로봇청소기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marL="457200"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Black"/>
                          <a:ea typeface="Pretendard Black"/>
                        </a:rPr>
                        <a:t>S9 maxv slim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dot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457200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dot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985320">
                <a:tc>
                  <a:txBody>
                    <a:bodyPr anchor="ctr">
                      <a:noAutofit/>
                    </a:bodyPr>
                    <a:p>
                      <a:pPr marL="457200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Black"/>
                          <a:ea typeface="Pretendard Black"/>
                        </a:rPr>
                        <a:t>플레이스테이션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Black"/>
                          <a:ea typeface="Pretendard Black"/>
                        </a:rPr>
                        <a:t>5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Black"/>
                          <a:ea typeface="Pretendard Black"/>
                        </a:rPr>
                        <a:t>슬림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dot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457200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marL="457200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dot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985320">
                <a:tc>
                  <a:txBody>
                    <a:bodyPr anchor="ctr">
                      <a:noAutofit/>
                    </a:bodyPr>
                    <a:p>
                      <a:pPr marL="457200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Black"/>
                          <a:ea typeface="Pretendard Black"/>
                        </a:rPr>
                        <a:t>삼성갤럭시워치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Black"/>
                          <a:ea typeface="Pretendard Black"/>
                        </a:rPr>
                        <a:t>8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dot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457200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marL="457200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dot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표 2"/>
          <p:cNvGraphicFramePr/>
          <p:nvPr/>
        </p:nvGraphicFramePr>
        <p:xfrm>
          <a:off x="576360" y="2076480"/>
          <a:ext cx="11038320" cy="4518360"/>
        </p:xfrm>
        <a:graphic>
          <a:graphicData uri="http://schemas.openxmlformats.org/drawingml/2006/table">
            <a:tbl>
              <a:tblPr/>
              <a:tblGrid>
                <a:gridCol w="2852280"/>
                <a:gridCol w="8186400"/>
              </a:tblGrid>
              <a:tr h="985320">
                <a:tc>
                  <a:txBody>
                    <a:bodyPr anchor="ctr">
                      <a:noAutofit/>
                    </a:bodyPr>
                    <a:p>
                      <a:pPr marL="457200" defTabSz="914400">
                        <a:lnSpc>
                          <a:spcPct val="100000"/>
                        </a:lnSpc>
                      </a:pPr>
                      <a:r>
                        <a:rPr b="1" lang="ko-KR" sz="1600" spc="-1" strike="noStrike">
                          <a:solidFill>
                            <a:srgbClr val="191919"/>
                          </a:solidFill>
                          <a:latin typeface="Pretendard Black"/>
                          <a:ea typeface="Pretendard Black"/>
                        </a:rPr>
                        <a:t>최신 노트북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marL="457200"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191919"/>
                          </a:solidFill>
                          <a:latin typeface="Pretendard Black"/>
                          <a:ea typeface="Pretendard Black"/>
                        </a:rPr>
                        <a:t>(</a:t>
                      </a:r>
                      <a:r>
                        <a:rPr b="1" lang="ko-KR" sz="1600" spc="-1" strike="noStrike">
                          <a:solidFill>
                            <a:srgbClr val="191919"/>
                          </a:solidFill>
                          <a:latin typeface="Pretendard Black"/>
                          <a:ea typeface="Pretendard Black"/>
                        </a:rPr>
                        <a:t>갤럭시북 </a:t>
                      </a:r>
                      <a:r>
                        <a:rPr b="1" lang="en-US" sz="1600" spc="-1" strike="noStrike">
                          <a:solidFill>
                            <a:srgbClr val="191919"/>
                          </a:solidFill>
                          <a:latin typeface="Pretendard Black"/>
                          <a:ea typeface="Pretendard Black"/>
                        </a:rPr>
                        <a:t>360 </a:t>
                      </a:r>
                      <a:r>
                        <a:rPr b="1" lang="ko-KR" sz="1600" spc="-1" strike="noStrike">
                          <a:solidFill>
                            <a:srgbClr val="191919"/>
                          </a:solidFill>
                          <a:latin typeface="Pretendard Black"/>
                          <a:ea typeface="Pretendard Black"/>
                        </a:rPr>
                        <a:t>프로</a:t>
                      </a:r>
                      <a:r>
                        <a:rPr b="1" lang="en-US" sz="1600" spc="-1" strike="noStrike">
                          <a:solidFill>
                            <a:srgbClr val="191919"/>
                          </a:solidFill>
                          <a:latin typeface="Pretendard Black"/>
                          <a:ea typeface="Pretendard Black"/>
                        </a:rPr>
                        <a:t>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dot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457200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dot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985320">
                <a:tc>
                  <a:txBody>
                    <a:bodyPr anchor="ctr">
                      <a:noAutofit/>
                    </a:bodyPr>
                    <a:p>
                      <a:pPr marL="457200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Black"/>
                          <a:ea typeface="Pretendard Black"/>
                        </a:rPr>
                        <a:t>로보락 로봇청소기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marL="457200"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Black"/>
                          <a:ea typeface="Pretendard Black"/>
                        </a:rPr>
                        <a:t>S9 maxv slim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dot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457200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dot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985320">
                <a:tc>
                  <a:txBody>
                    <a:bodyPr anchor="ctr">
                      <a:noAutofit/>
                    </a:bodyPr>
                    <a:p>
                      <a:pPr marL="457200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Black"/>
                          <a:ea typeface="Pretendard Black"/>
                        </a:rPr>
                        <a:t>다이슨 슈퍼소닉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marL="457200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Black"/>
                          <a:ea typeface="Pretendard Black"/>
                        </a:rPr>
                        <a:t>헤어드라이어 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Black"/>
                          <a:ea typeface="Pretendard Black"/>
                        </a:rPr>
                        <a:t>(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Black"/>
                          <a:ea typeface="Pretendard Black"/>
                        </a:rPr>
                        <a:t>오리진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Black"/>
                          <a:ea typeface="Pretendard Black"/>
                        </a:rPr>
                        <a:t>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dot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457200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marL="457200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dot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985320">
                <a:tc>
                  <a:txBody>
                    <a:bodyPr anchor="ctr">
                      <a:noAutofit/>
                    </a:bodyPr>
                    <a:p>
                      <a:pPr marL="457200"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Black"/>
                          <a:ea typeface="Pretendard Black"/>
                        </a:rPr>
                        <a:t>MILL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Black"/>
                          <a:ea typeface="Pretendard Black"/>
                        </a:rPr>
                        <a:t>전기 컨벡터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marL="457200"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Black"/>
                          <a:ea typeface="Pretendard Black"/>
                        </a:rPr>
                        <a:t>(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Black"/>
                          <a:ea typeface="Pretendard Black"/>
                        </a:rPr>
                        <a:t>대류식 난방기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Black"/>
                          <a:ea typeface="Pretendard Black"/>
                        </a:rPr>
                        <a:t>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dot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457200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marL="457200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marL="457200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marL="457200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marL="457200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r>
                        <a:rPr b="0" lang="ko-KR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테스트</a:t>
                      </a:r>
                      <a:r>
                        <a:rPr b="0" lang="en-US" sz="1600" spc="-1" strike="noStrike">
                          <a:solidFill>
                            <a:srgbClr val="191919"/>
                          </a:solidFill>
                          <a:latin typeface="Pretendard ExtraBold"/>
                          <a:ea typeface="Pretendard ExtraBold"/>
                        </a:rPr>
                        <a:t>(1234) 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dot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0" name="TextBox 7"/>
          <p:cNvSpPr/>
          <p:nvPr/>
        </p:nvSpPr>
        <p:spPr>
          <a:xfrm>
            <a:off x="3906720" y="931680"/>
            <a:ext cx="4378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ko-KR" sz="3200" spc="-1" strike="noStrike">
                <a:solidFill>
                  <a:srgbClr val="191919"/>
                </a:solidFill>
                <a:latin typeface="Pretendard Black"/>
                <a:ea typeface="Pretendard Black"/>
              </a:rPr>
              <a:t>두 번째 경품 당첨자 안내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71" name="그림 3" descr=""/>
          <p:cNvPicPr/>
          <p:nvPr/>
        </p:nvPicPr>
        <p:blipFill>
          <a:blip r:embed="rId1"/>
          <a:stretch/>
        </p:blipFill>
        <p:spPr>
          <a:xfrm>
            <a:off x="5134680" y="317520"/>
            <a:ext cx="1922400" cy="237240"/>
          </a:xfrm>
          <a:prstGeom prst="rect">
            <a:avLst/>
          </a:prstGeom>
          <a:ln w="0">
            <a:noFill/>
          </a:ln>
        </p:spPr>
      </p:pic>
      <p:sp>
        <p:nvSpPr>
          <p:cNvPr id="72" name="TextBox 4"/>
          <p:cNvSpPr/>
          <p:nvPr/>
        </p:nvSpPr>
        <p:spPr>
          <a:xfrm>
            <a:off x="388080" y="250200"/>
            <a:ext cx="3162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600" spc="-100" strike="noStrike">
                <a:solidFill>
                  <a:srgbClr val="1068b2"/>
                </a:solidFill>
                <a:latin typeface="Pretendard ExtraBold"/>
                <a:ea typeface="Pretendard ExtraBold"/>
              </a:rPr>
              <a:t>제</a:t>
            </a:r>
            <a:r>
              <a:rPr b="0" lang="en-US" sz="1600" spc="-100" strike="noStrike">
                <a:solidFill>
                  <a:srgbClr val="1068b2"/>
                </a:solidFill>
                <a:latin typeface="Pretendard ExtraBold"/>
                <a:ea typeface="Pretendard ExtraBold"/>
              </a:rPr>
              <a:t>23</a:t>
            </a:r>
            <a:r>
              <a:rPr b="0" lang="ko-KR" sz="1600" spc="-100" strike="noStrike">
                <a:solidFill>
                  <a:srgbClr val="1068b2"/>
                </a:solidFill>
                <a:latin typeface="Pretendard ExtraBold"/>
                <a:ea typeface="Pretendard ExtraBold"/>
              </a:rPr>
              <a:t>차 경기도의사회 온라인 학술대회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3" name="TextBox 5"/>
          <p:cNvSpPr/>
          <p:nvPr/>
        </p:nvSpPr>
        <p:spPr>
          <a:xfrm>
            <a:off x="8755200" y="293760"/>
            <a:ext cx="2931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1400" spc="-100" strike="noStrike">
                <a:solidFill>
                  <a:srgbClr val="1068b2"/>
                </a:solidFill>
                <a:latin typeface="Pretendard"/>
                <a:ea typeface="Pretendard"/>
              </a:rPr>
              <a:t>2026.06.28(SUN) 09:00~ 16:10 On-Line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" name="표 12"/>
          <p:cNvGraphicFramePr/>
          <p:nvPr/>
        </p:nvGraphicFramePr>
        <p:xfrm>
          <a:off x="576360" y="1595880"/>
          <a:ext cx="11038320" cy="4907520"/>
        </p:xfrm>
        <a:graphic>
          <a:graphicData uri="http://schemas.openxmlformats.org/drawingml/2006/table">
            <a:tbl>
              <a:tblPr/>
              <a:tblGrid>
                <a:gridCol w="2242800"/>
                <a:gridCol w="8795880"/>
              </a:tblGrid>
              <a:tr h="4907520">
                <a:tc>
                  <a:txBody>
                    <a:bodyPr anchor="ctr">
                      <a:noAutofit/>
                    </a:bodyPr>
                    <a:p>
                      <a:pPr marL="457200" defTabSz="914400">
                        <a:lnSpc>
                          <a:spcPct val="100000"/>
                        </a:lnSpc>
                      </a:pPr>
                      <a:r>
                        <a:rPr b="1" lang="ko-KR" sz="1600" spc="-1" strike="noStrike">
                          <a:solidFill>
                            <a:srgbClr val="191919"/>
                          </a:solidFill>
                          <a:latin typeface="Pretendard Black"/>
                          <a:ea typeface="Pretendard Black"/>
                        </a:rPr>
                        <a:t>신세계 상품권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dot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457200" defTabSz="914400">
                        <a:lnSpc>
                          <a:spcPct val="2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테스트</a:t>
                      </a:r>
                      <a:r>
                        <a:rPr b="0" lang="en-US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(1234)  </a:t>
                      </a:r>
                      <a:r>
                        <a:rPr b="0" lang="ko-KR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테스트</a:t>
                      </a:r>
                      <a:r>
                        <a:rPr b="0" lang="en-US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(1234)  </a:t>
                      </a:r>
                      <a:r>
                        <a:rPr b="0" lang="ko-KR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테스트</a:t>
                      </a:r>
                      <a:r>
                        <a:rPr b="0" lang="en-US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(1234)  </a:t>
                      </a:r>
                      <a:r>
                        <a:rPr b="0" lang="ko-KR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테스트</a:t>
                      </a:r>
                      <a:r>
                        <a:rPr b="0" lang="en-US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(1234)  </a:t>
                      </a:r>
                      <a:r>
                        <a:rPr b="0" lang="ko-KR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테스트</a:t>
                      </a:r>
                      <a:r>
                        <a:rPr b="0" lang="en-US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(1234)  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marL="457200" defTabSz="914400">
                        <a:lnSpc>
                          <a:spcPct val="2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테스트</a:t>
                      </a:r>
                      <a:r>
                        <a:rPr b="0" lang="en-US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(1234)  </a:t>
                      </a:r>
                      <a:r>
                        <a:rPr b="0" lang="ko-KR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테스트</a:t>
                      </a:r>
                      <a:r>
                        <a:rPr b="0" lang="en-US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(1234)  </a:t>
                      </a:r>
                      <a:r>
                        <a:rPr b="0" lang="ko-KR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테스트</a:t>
                      </a:r>
                      <a:r>
                        <a:rPr b="0" lang="en-US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(1234)  </a:t>
                      </a:r>
                      <a:r>
                        <a:rPr b="0" lang="ko-KR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테스트</a:t>
                      </a:r>
                      <a:r>
                        <a:rPr b="0" lang="en-US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(1234)  </a:t>
                      </a:r>
                      <a:r>
                        <a:rPr b="0" lang="ko-KR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테스트</a:t>
                      </a:r>
                      <a:r>
                        <a:rPr b="0" lang="en-US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(1234)  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marL="457200" defTabSz="914400">
                        <a:lnSpc>
                          <a:spcPct val="2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테스트</a:t>
                      </a:r>
                      <a:r>
                        <a:rPr b="0" lang="en-US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(1234)  </a:t>
                      </a:r>
                      <a:r>
                        <a:rPr b="0" lang="ko-KR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테스트</a:t>
                      </a:r>
                      <a:r>
                        <a:rPr b="0" lang="en-US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(1234)  </a:t>
                      </a:r>
                      <a:r>
                        <a:rPr b="0" lang="ko-KR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테스트</a:t>
                      </a:r>
                      <a:r>
                        <a:rPr b="0" lang="en-US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(1234)  </a:t>
                      </a:r>
                      <a:r>
                        <a:rPr b="0" lang="ko-KR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테스트</a:t>
                      </a:r>
                      <a:r>
                        <a:rPr b="0" lang="en-US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(1234)  </a:t>
                      </a:r>
                      <a:r>
                        <a:rPr b="0" lang="ko-KR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테스트</a:t>
                      </a:r>
                      <a:r>
                        <a:rPr b="0" lang="en-US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(1234)  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marL="457200" defTabSz="914400">
                        <a:lnSpc>
                          <a:spcPct val="2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테스트</a:t>
                      </a:r>
                      <a:r>
                        <a:rPr b="0" lang="en-US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(1234)  </a:t>
                      </a:r>
                      <a:r>
                        <a:rPr b="0" lang="ko-KR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테스트</a:t>
                      </a:r>
                      <a:r>
                        <a:rPr b="0" lang="en-US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(1234)  </a:t>
                      </a:r>
                      <a:r>
                        <a:rPr b="0" lang="ko-KR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테스트</a:t>
                      </a:r>
                      <a:r>
                        <a:rPr b="0" lang="en-US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(1234)  </a:t>
                      </a:r>
                      <a:r>
                        <a:rPr b="0" lang="ko-KR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테스트</a:t>
                      </a:r>
                      <a:r>
                        <a:rPr b="0" lang="en-US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(1234)  </a:t>
                      </a:r>
                      <a:r>
                        <a:rPr b="0" lang="ko-KR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테스트</a:t>
                      </a:r>
                      <a:r>
                        <a:rPr b="0" lang="en-US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(1234)  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marL="457200" defTabSz="914400">
                        <a:lnSpc>
                          <a:spcPct val="2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테스트</a:t>
                      </a:r>
                      <a:r>
                        <a:rPr b="0" lang="en-US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(1234)  </a:t>
                      </a:r>
                      <a:r>
                        <a:rPr b="0" lang="ko-KR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테스트</a:t>
                      </a:r>
                      <a:r>
                        <a:rPr b="0" lang="en-US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(1234)  </a:t>
                      </a:r>
                      <a:r>
                        <a:rPr b="0" lang="ko-KR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테스트</a:t>
                      </a:r>
                      <a:r>
                        <a:rPr b="0" lang="en-US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(1234)  </a:t>
                      </a:r>
                      <a:r>
                        <a:rPr b="0" lang="ko-KR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테스트</a:t>
                      </a:r>
                      <a:r>
                        <a:rPr b="0" lang="en-US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(1234)  </a:t>
                      </a:r>
                      <a:r>
                        <a:rPr b="0" lang="ko-KR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테스트</a:t>
                      </a:r>
                      <a:r>
                        <a:rPr b="0" lang="en-US" sz="2000" spc="-1" strike="noStrike">
                          <a:solidFill>
                            <a:srgbClr val="191919"/>
                          </a:solidFill>
                          <a:latin typeface="Pretendard"/>
                          <a:ea typeface="Pretendard"/>
                        </a:rPr>
                        <a:t>(1234)  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dot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5" name="TextBox 3"/>
          <p:cNvSpPr/>
          <p:nvPr/>
        </p:nvSpPr>
        <p:spPr>
          <a:xfrm>
            <a:off x="3776400" y="931680"/>
            <a:ext cx="46389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ko-KR" sz="3200" spc="-1" strike="noStrike">
                <a:solidFill>
                  <a:srgbClr val="191919"/>
                </a:solidFill>
                <a:latin typeface="Pretendard Black"/>
                <a:ea typeface="Pretendard Black"/>
              </a:rPr>
              <a:t>설문조사 경품 당첨자 안내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76" name="그림 2" descr=""/>
          <p:cNvPicPr/>
          <p:nvPr/>
        </p:nvPicPr>
        <p:blipFill>
          <a:blip r:embed="rId1"/>
          <a:stretch/>
        </p:blipFill>
        <p:spPr>
          <a:xfrm>
            <a:off x="5134680" y="317520"/>
            <a:ext cx="1922400" cy="237240"/>
          </a:xfrm>
          <a:prstGeom prst="rect">
            <a:avLst/>
          </a:prstGeom>
          <a:ln w="0">
            <a:noFill/>
          </a:ln>
        </p:spPr>
      </p:pic>
      <p:sp>
        <p:nvSpPr>
          <p:cNvPr id="77" name="TextBox 4"/>
          <p:cNvSpPr/>
          <p:nvPr/>
        </p:nvSpPr>
        <p:spPr>
          <a:xfrm>
            <a:off x="388080" y="250200"/>
            <a:ext cx="3162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600" spc="-100" strike="noStrike">
                <a:solidFill>
                  <a:srgbClr val="1068b2"/>
                </a:solidFill>
                <a:latin typeface="Pretendard ExtraBold"/>
                <a:ea typeface="Pretendard ExtraBold"/>
              </a:rPr>
              <a:t>제</a:t>
            </a:r>
            <a:r>
              <a:rPr b="0" lang="en-US" sz="1600" spc="-100" strike="noStrike">
                <a:solidFill>
                  <a:srgbClr val="1068b2"/>
                </a:solidFill>
                <a:latin typeface="Pretendard ExtraBold"/>
                <a:ea typeface="Pretendard ExtraBold"/>
              </a:rPr>
              <a:t>23</a:t>
            </a:r>
            <a:r>
              <a:rPr b="0" lang="ko-KR" sz="1600" spc="-100" strike="noStrike">
                <a:solidFill>
                  <a:srgbClr val="1068b2"/>
                </a:solidFill>
                <a:latin typeface="Pretendard ExtraBold"/>
                <a:ea typeface="Pretendard ExtraBold"/>
              </a:rPr>
              <a:t>차 경기도의사회 온라인 학술대회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8" name="TextBox 5"/>
          <p:cNvSpPr/>
          <p:nvPr/>
        </p:nvSpPr>
        <p:spPr>
          <a:xfrm>
            <a:off x="8755200" y="293760"/>
            <a:ext cx="2931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1400" spc="-100" strike="noStrike">
                <a:solidFill>
                  <a:srgbClr val="1068b2"/>
                </a:solidFill>
                <a:latin typeface="Pretendard"/>
                <a:ea typeface="Pretendard"/>
              </a:rPr>
              <a:t>2026.06.28(SUN) 09:00~ 16:10 On-Line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 pitchFamily="0" charset="1"/>
        <a:ea typeface=""/>
        <a:cs typeface=""/>
      </a:majorFont>
      <a:minorFont>
        <a:latin typeface="맑은 고딕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 pitchFamily="0" charset="1"/>
        <a:ea typeface=""/>
        <a:cs typeface=""/>
      </a:majorFont>
      <a:minorFont>
        <a:latin typeface="맑은 고딕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 pitchFamily="0" charset="1"/>
        <a:ea typeface=""/>
        <a:cs typeface=""/>
      </a:majorFont>
      <a:minorFont>
        <a:latin typeface="맑은 고딕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 pitchFamily="0" charset="1"/>
        <a:ea typeface=""/>
        <a:cs typeface=""/>
      </a:majorFont>
      <a:minorFont>
        <a:latin typeface="맑은 고딕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 pitchFamily="0" charset="1"/>
        <a:ea typeface=""/>
        <a:cs typeface=""/>
      </a:majorFont>
      <a:minorFont>
        <a:latin typeface="맑은 고딕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 pitchFamily="0" charset="1"/>
        <a:ea typeface=""/>
        <a:cs typeface=""/>
      </a:majorFont>
      <a:minorFont>
        <a:latin typeface="맑은 고딕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 pitchFamily="0" charset="1"/>
        <a:ea typeface=""/>
        <a:cs typeface=""/>
      </a:majorFont>
      <a:minorFont>
        <a:latin typeface="맑은 고딕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 pitchFamily="0" charset="1"/>
        <a:ea typeface=""/>
        <a:cs typeface=""/>
      </a:majorFont>
      <a:minorFont>
        <a:latin typeface="맑은 고딕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 pitchFamily="0" charset="1"/>
        <a:ea typeface=""/>
        <a:cs typeface=""/>
      </a:majorFont>
      <a:minorFont>
        <a:latin typeface="맑은 고딕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 pitchFamily="0" charset="1"/>
        <a:ea typeface=""/>
        <a:cs typeface=""/>
      </a:majorFont>
      <a:minorFont>
        <a:latin typeface="맑은 고딕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 pitchFamily="0" charset="1"/>
        <a:ea typeface=""/>
        <a:cs typeface=""/>
      </a:majorFont>
      <a:minorFont>
        <a:latin typeface="맑은 고딕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 pitchFamily="0" charset="1"/>
        <a:ea typeface=""/>
        <a:cs typeface=""/>
      </a:majorFont>
      <a:minorFont>
        <a:latin typeface="맑은 고딕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1774</TotalTime>
  <Application>LibreOffice/24.2.7.2$Linux_X86_64 LibreOffice_project/420$Build-2</Application>
  <AppVersion>15.0000</AppVersion>
  <Words>782</Words>
  <Paragraphs>75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2025-11-10T08:42:21Z</dcterms:created>
  <dc:creator>Seongyun Lee</dc:creator>
  <dc:description/>
  <dc:language>ko-KR</dc:language>
  <cp:lastModifiedBy/>
  <cp:lastPrinted>2025-11-25T06:58:40Z</cp:lastPrinted>
  <dcterms:modified xsi:type="dcterms:W3CDTF">2026-06-06T23:08:01Z</dcterms:modified>
  <cp:revision>40</cp:revision>
  <dc:subject/>
  <dc:title>PowerPoint 프레젠테이션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와이드스크린</vt:lpwstr>
  </property>
  <property fmtid="{D5CDD505-2E9C-101B-9397-08002B2CF9AE}" pid="4" name="Slides">
    <vt:i4>6</vt:i4>
  </property>
</Properties>
</file>